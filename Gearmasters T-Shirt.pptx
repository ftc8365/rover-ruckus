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sldIdLst>
    <p:sldId id="256" r:id="rId5"/>
    <p:sldId id="257" r:id="rId6"/>
    <p:sldId id="258" r:id="rId7"/>
    <p:sldId id="259" r:id="rId8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68" autoAdjust="0"/>
    <p:restoredTop sz="94453" autoAdjust="0"/>
  </p:normalViewPr>
  <p:slideViewPr>
    <p:cSldViewPr snapToGrid="0" snapToObjects="1">
      <p:cViewPr>
        <p:scale>
          <a:sx n="90" d="100"/>
          <a:sy n="90" d="100"/>
        </p:scale>
        <p:origin x="-3016" y="-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2" y="2840572"/>
            <a:ext cx="58293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B3CC-F982-40F9-8DD6-BCC9AFBF44BD}" type="datetime1">
              <a:rPr lang="en-US" smtClean="0"/>
              <a:pPr/>
              <a:t>11/11/18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E988-FB04-AB4E-BE5A-59F242AF7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11/11/18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6" y="5875869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6" y="3875619"/>
            <a:ext cx="5829300" cy="2000251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B99-7C3F-4BC3-B7B8-7E1F8C620B24}" type="datetime1">
              <a:rPr lang="en-US" smtClean="0"/>
              <a:pPr/>
              <a:t>11/11/18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F2B4D-6B12-4EDF-87BB-2B55CECB6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2" y="2133602"/>
            <a:ext cx="3028951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1" y="2133602"/>
            <a:ext cx="3028951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11/11/18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8"/>
            <a:ext cx="3030141" cy="8530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046818"/>
            <a:ext cx="3031331" cy="8530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11/11/18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11/11/18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11/11/18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3" y="364066"/>
            <a:ext cx="2256235" cy="154940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0" y="364071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3" y="1913470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11/11/18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2"/>
            <a:ext cx="4114800" cy="75565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4"/>
            <a:ext cx="4114800" cy="107314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11/11/18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83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11/11/18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17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6"/>
            <a:ext cx="1543051" cy="780203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1" y="366186"/>
            <a:ext cx="4514851" cy="78020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11/11/18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96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5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2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6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2560D-EC28-3B41-86E8-18F1CE0113B4}" type="datetimeFigureOut">
              <a:rPr lang="en-US" smtClean="0"/>
              <a:t>11/11/18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2" y="8475136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6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57" r:id="rId2"/>
    <p:sldLayoutId id="2147493458" r:id="rId3"/>
    <p:sldLayoutId id="2147493459" r:id="rId4"/>
    <p:sldLayoutId id="2147493460" r:id="rId5"/>
    <p:sldLayoutId id="2147493461" r:id="rId6"/>
    <p:sldLayoutId id="2147493462" r:id="rId7"/>
    <p:sldLayoutId id="2147493463" r:id="rId8"/>
    <p:sldLayoutId id="2147493464" r:id="rId9"/>
    <p:sldLayoutId id="2147493465" r:id="rId10"/>
    <p:sldLayoutId id="2147493466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1" y="397402"/>
            <a:ext cx="6196297" cy="166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8000" b="1" spc="300" dirty="0" err="1" smtClean="0">
                <a:latin typeface="BigNoodleTooOblique"/>
                <a:cs typeface="BigNoodleTooOblique"/>
              </a:rPr>
              <a:t>Gearmasters</a:t>
            </a:r>
            <a:endParaRPr lang="en-US" sz="8000" b="1" spc="300" dirty="0" smtClean="0">
              <a:latin typeface="BigNoodleTooOblique"/>
              <a:cs typeface="BigNoodleTooOblique"/>
            </a:endParaRPr>
          </a:p>
          <a:p>
            <a:pPr algn="ctr">
              <a:lnSpc>
                <a:spcPct val="70000"/>
              </a:lnSpc>
            </a:pPr>
            <a:r>
              <a:rPr lang="en-US" sz="3200" dirty="0" smtClean="0">
                <a:latin typeface="Koverwatch"/>
                <a:cs typeface="Koverwatch"/>
              </a:rPr>
              <a:t>Forest Hills, New York</a:t>
            </a:r>
          </a:p>
          <a:p>
            <a:pPr algn="ctr">
              <a:lnSpc>
                <a:spcPct val="70000"/>
              </a:lnSpc>
            </a:pPr>
            <a:r>
              <a:rPr lang="en-US" sz="3200" dirty="0" smtClean="0">
                <a:latin typeface="Koverwatch"/>
                <a:cs typeface="Koverwatch"/>
              </a:rPr>
              <a:t>- 8365- </a:t>
            </a:r>
            <a:endParaRPr lang="en-US" sz="3200" dirty="0">
              <a:latin typeface="Koverwatch"/>
              <a:cs typeface="Koverwatch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991939"/>
            <a:ext cx="6858000" cy="166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8000" spc="-300" dirty="0" smtClean="0">
                <a:latin typeface="LasVegas-Castaway"/>
                <a:cs typeface="LasVegas-Castaway"/>
              </a:rPr>
              <a:t>GEARMASTERS</a:t>
            </a:r>
          </a:p>
          <a:p>
            <a:pPr algn="ctr">
              <a:lnSpc>
                <a:spcPct val="70000"/>
              </a:lnSpc>
            </a:pPr>
            <a:r>
              <a:rPr lang="en-US" sz="3200" dirty="0" smtClean="0">
                <a:latin typeface="LasVegas-Castaway"/>
                <a:cs typeface="LasVegas-Castaway"/>
              </a:rPr>
              <a:t>Forest Hills, New York</a:t>
            </a:r>
          </a:p>
          <a:p>
            <a:pPr algn="ctr">
              <a:lnSpc>
                <a:spcPct val="70000"/>
              </a:lnSpc>
            </a:pPr>
            <a:r>
              <a:rPr lang="en-US" sz="3200" dirty="0" smtClean="0">
                <a:latin typeface="LasVegas-Castaway"/>
                <a:cs typeface="LasVegas-Castaway"/>
              </a:rPr>
              <a:t>- </a:t>
            </a:r>
            <a:r>
              <a:rPr lang="en-US" sz="3200" b="1" spc="300" dirty="0" smtClean="0">
                <a:latin typeface="LasVegas-Castaway"/>
                <a:cs typeface="LasVegas-Castaway"/>
              </a:rPr>
              <a:t>8365</a:t>
            </a:r>
            <a:r>
              <a:rPr lang="en-US" sz="3200" dirty="0" smtClean="0">
                <a:latin typeface="LasVegas-Castaway"/>
                <a:cs typeface="LasVegas-Castaway"/>
              </a:rPr>
              <a:t>- </a:t>
            </a:r>
            <a:endParaRPr lang="en-US" sz="3200" dirty="0">
              <a:latin typeface="LasVegas-Castaway"/>
              <a:cs typeface="LasVegas-Castaw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5133146"/>
            <a:ext cx="6858000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7200" spc="-300" dirty="0" smtClean="0">
                <a:latin typeface="Panton"/>
                <a:cs typeface="Panton"/>
              </a:rPr>
              <a:t>GEARMASTERS</a:t>
            </a:r>
          </a:p>
          <a:p>
            <a:pPr algn="ctr">
              <a:lnSpc>
                <a:spcPct val="70000"/>
              </a:lnSpc>
            </a:pPr>
            <a:r>
              <a:rPr lang="en-US" sz="2800" dirty="0" smtClean="0">
                <a:latin typeface="Panton"/>
                <a:cs typeface="Panton"/>
              </a:rPr>
              <a:t>Forest Hills, New York</a:t>
            </a:r>
          </a:p>
          <a:p>
            <a:pPr algn="ctr">
              <a:lnSpc>
                <a:spcPct val="70000"/>
              </a:lnSpc>
            </a:pPr>
            <a:r>
              <a:rPr lang="en-US" sz="2800" dirty="0" smtClean="0">
                <a:latin typeface="Panton"/>
                <a:cs typeface="Panton"/>
              </a:rPr>
              <a:t>- </a:t>
            </a:r>
            <a:r>
              <a:rPr lang="en-US" sz="2800" b="1" spc="300" dirty="0" smtClean="0">
                <a:latin typeface="Panton"/>
                <a:cs typeface="Panton"/>
              </a:rPr>
              <a:t>8365</a:t>
            </a:r>
            <a:r>
              <a:rPr lang="en-US" sz="2800" dirty="0" smtClean="0">
                <a:latin typeface="Panton"/>
                <a:cs typeface="Panton"/>
              </a:rPr>
              <a:t>- </a:t>
            </a:r>
            <a:endParaRPr lang="en-US" sz="2800" dirty="0">
              <a:latin typeface="Panton"/>
              <a:cs typeface="Panton"/>
            </a:endParaRPr>
          </a:p>
        </p:txBody>
      </p:sp>
    </p:spTree>
    <p:extLst>
      <p:ext uri="{BB962C8B-B14F-4D97-AF65-F5344CB8AC3E}">
        <p14:creationId xmlns:p14="http://schemas.microsoft.com/office/powerpoint/2010/main" val="42543623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ustom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787" y="110066"/>
            <a:ext cx="2491275" cy="2116647"/>
          </a:xfrm>
          <a:prstGeom prst="rect">
            <a:avLst/>
          </a:prstGeom>
        </p:spPr>
      </p:pic>
      <p:pic>
        <p:nvPicPr>
          <p:cNvPr id="5" name="Picture 4" descr="TTNY 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20" y="4047067"/>
            <a:ext cx="1486269" cy="1486269"/>
          </a:xfrm>
          <a:prstGeom prst="rect">
            <a:avLst/>
          </a:prstGeom>
        </p:spPr>
      </p:pic>
      <p:pic>
        <p:nvPicPr>
          <p:cNvPr id="6" name="Picture 5" descr="UNIS_logo_full_high_qual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20" y="5823001"/>
            <a:ext cx="4411514" cy="1613020"/>
          </a:xfrm>
          <a:prstGeom prst="rect">
            <a:avLst/>
          </a:prstGeom>
        </p:spPr>
      </p:pic>
      <p:pic>
        <p:nvPicPr>
          <p:cNvPr id="7" name="Picture 6" descr="download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48" y="7984067"/>
            <a:ext cx="4921921" cy="942086"/>
          </a:xfrm>
          <a:prstGeom prst="rect">
            <a:avLst/>
          </a:prstGeom>
        </p:spPr>
      </p:pic>
      <p:pic>
        <p:nvPicPr>
          <p:cNvPr id="8" name="Picture 7" descr="Blank-logo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746" y="4153505"/>
            <a:ext cx="3019425" cy="2057400"/>
          </a:xfrm>
          <a:prstGeom prst="rect">
            <a:avLst/>
          </a:prstGeom>
        </p:spPr>
      </p:pic>
      <p:pic>
        <p:nvPicPr>
          <p:cNvPr id="9" name="Picture 8" descr="0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548" y="3920907"/>
            <a:ext cx="1834396" cy="1834396"/>
          </a:xfrm>
          <a:prstGeom prst="rect">
            <a:avLst/>
          </a:prstGeom>
        </p:spPr>
      </p:pic>
      <p:pic>
        <p:nvPicPr>
          <p:cNvPr id="10" name="Picture 9" descr="download.png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86" t="20373" r="11041" b="19656"/>
          <a:stretch/>
        </p:blipFill>
        <p:spPr>
          <a:xfrm>
            <a:off x="4495062" y="6346531"/>
            <a:ext cx="2179507" cy="1713672"/>
          </a:xfrm>
          <a:prstGeom prst="rect">
            <a:avLst/>
          </a:prstGeom>
        </p:spPr>
      </p:pic>
      <p:pic>
        <p:nvPicPr>
          <p:cNvPr id="12" name="Picture 11" descr="OSX:Users:19engai:Desktop:Screen Shot 2016-06-15 at 11.05.09 PM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30" y="7436021"/>
            <a:ext cx="1414714" cy="163406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/>
            </a:ext>
          </a:extLst>
        </p:spPr>
      </p:pic>
      <p:pic>
        <p:nvPicPr>
          <p:cNvPr id="2" name="Picture 1" descr="VaughnlogoUse_cmyk.jp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632" y="3360781"/>
            <a:ext cx="3924300" cy="58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625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6857999" cy="9144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5000" dirty="0" smtClean="0">
                <a:latin typeface="Panton"/>
                <a:cs typeface="Panton"/>
              </a:rPr>
              <a:t>WAFFLES</a:t>
            </a:r>
          </a:p>
          <a:p>
            <a:pPr marL="0" indent="0">
              <a:buNone/>
            </a:pPr>
            <a:r>
              <a:rPr lang="en-US" sz="5000" dirty="0" smtClean="0">
                <a:latin typeface="Panton"/>
                <a:cs typeface="Panton"/>
              </a:rPr>
              <a:t>“#1 DRIVER”</a:t>
            </a:r>
          </a:p>
          <a:p>
            <a:pPr marL="0" indent="0">
              <a:buNone/>
            </a:pPr>
            <a:r>
              <a:rPr lang="en-US" sz="5000" dirty="0" smtClean="0">
                <a:latin typeface="Panton"/>
                <a:cs typeface="Panton"/>
              </a:rPr>
              <a:t>SWERVEMASTER</a:t>
            </a:r>
          </a:p>
          <a:p>
            <a:pPr marL="0" indent="0">
              <a:buNone/>
            </a:pPr>
            <a:r>
              <a:rPr lang="en-US" sz="5000" dirty="0" smtClean="0">
                <a:latin typeface="Panton"/>
                <a:cs typeface="Panton"/>
              </a:rPr>
              <a:t>SIN/COS</a:t>
            </a:r>
          </a:p>
          <a:p>
            <a:pPr marL="0" indent="0">
              <a:buNone/>
            </a:pPr>
            <a:r>
              <a:rPr lang="en-US" sz="5000" dirty="0" smtClean="0">
                <a:latin typeface="Panton"/>
                <a:cs typeface="Panton"/>
              </a:rPr>
              <a:t>CHOW</a:t>
            </a:r>
          </a:p>
          <a:p>
            <a:pPr marL="0" indent="0">
              <a:buNone/>
            </a:pPr>
            <a:r>
              <a:rPr lang="en-US" sz="5000" dirty="0" smtClean="0">
                <a:latin typeface="Panton"/>
                <a:cs typeface="Panton"/>
              </a:rPr>
              <a:t>KASH-MONEY</a:t>
            </a:r>
          </a:p>
          <a:p>
            <a:pPr marL="0" indent="0">
              <a:buNone/>
            </a:pPr>
            <a:r>
              <a:rPr lang="en-US" sz="5000" dirty="0" smtClean="0">
                <a:latin typeface="Panton"/>
                <a:cs typeface="Panton"/>
              </a:rPr>
              <a:t>MADKAT</a:t>
            </a:r>
          </a:p>
          <a:p>
            <a:pPr marL="0" indent="0">
              <a:buNone/>
            </a:pPr>
            <a:r>
              <a:rPr lang="en-US" sz="5000" dirty="0" smtClean="0">
                <a:latin typeface="Panton"/>
                <a:cs typeface="Panton"/>
              </a:rPr>
              <a:t>ART3MIS</a:t>
            </a:r>
          </a:p>
          <a:p>
            <a:pPr marL="0" indent="0">
              <a:buNone/>
            </a:pPr>
            <a:r>
              <a:rPr lang="en-US" sz="5000" dirty="0" smtClean="0">
                <a:latin typeface="Panton"/>
                <a:cs typeface="Panton"/>
              </a:rPr>
              <a:t>DRE</a:t>
            </a:r>
          </a:p>
          <a:p>
            <a:pPr marL="0" indent="0">
              <a:buNone/>
            </a:pPr>
            <a:r>
              <a:rPr lang="en-US" sz="5000" dirty="0" smtClean="0">
                <a:latin typeface="Panton"/>
                <a:cs typeface="Panton"/>
              </a:rPr>
              <a:t>METAL PELICAN</a:t>
            </a:r>
            <a:endParaRPr lang="en-US" sz="5000" dirty="0">
              <a:latin typeface="Panton"/>
              <a:cs typeface="Panton"/>
            </a:endParaRPr>
          </a:p>
        </p:txBody>
      </p:sp>
    </p:spTree>
    <p:extLst>
      <p:ext uri="{BB962C8B-B14F-4D97-AF65-F5344CB8AC3E}">
        <p14:creationId xmlns:p14="http://schemas.microsoft.com/office/powerpoint/2010/main" val="1293374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earmasters Number 8365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0" t="23624" r="80495" b="65132"/>
          <a:stretch/>
        </p:blipFill>
        <p:spPr>
          <a:xfrm rot="5400000">
            <a:off x="-2426143" y="3063519"/>
            <a:ext cx="7920041" cy="2743200"/>
          </a:xfrm>
          <a:prstGeom prst="rect">
            <a:avLst/>
          </a:prstGeom>
        </p:spPr>
      </p:pic>
      <p:pic>
        <p:nvPicPr>
          <p:cNvPr id="5" name="Picture 4" descr="Gearmasters Number 8365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0" t="23624" r="91224" b="65132"/>
          <a:stretch/>
        </p:blipFill>
        <p:spPr>
          <a:xfrm rot="5400000">
            <a:off x="3792126" y="-600195"/>
            <a:ext cx="2220148" cy="3657600"/>
          </a:xfrm>
          <a:prstGeom prst="rect">
            <a:avLst/>
          </a:prstGeom>
        </p:spPr>
      </p:pic>
      <p:pic>
        <p:nvPicPr>
          <p:cNvPr id="6" name="Picture 5" descr="Gearmasters Number 8365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40" t="23784" r="84125" b="65131"/>
          <a:stretch/>
        </p:blipFill>
        <p:spPr>
          <a:xfrm rot="5400000">
            <a:off x="3774603" y="3859511"/>
            <a:ext cx="2203452" cy="3605859"/>
          </a:xfrm>
          <a:prstGeom prst="rect">
            <a:avLst/>
          </a:prstGeom>
        </p:spPr>
      </p:pic>
      <p:pic>
        <p:nvPicPr>
          <p:cNvPr id="7" name="Picture 6" descr="Gearmasters Number 8365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6" t="23775" r="80495" b="65132"/>
          <a:stretch/>
        </p:blipFill>
        <p:spPr>
          <a:xfrm rot="5400000">
            <a:off x="3715300" y="6057354"/>
            <a:ext cx="2267969" cy="3657600"/>
          </a:xfrm>
          <a:prstGeom prst="rect">
            <a:avLst/>
          </a:prstGeom>
        </p:spPr>
      </p:pic>
      <p:pic>
        <p:nvPicPr>
          <p:cNvPr id="8" name="Picture 7" descr="Gearmasters Number 8365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4" t="23731" r="87617" b="65132"/>
          <a:stretch/>
        </p:blipFill>
        <p:spPr>
          <a:xfrm rot="5400000">
            <a:off x="3773779" y="1638300"/>
            <a:ext cx="2222035" cy="362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8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1161</TotalTime>
  <Words>46</Words>
  <Application>Microsoft Macintosh PowerPoint</Application>
  <PresentationFormat>Letter Paper (8.5x11 in)</PresentationFormat>
  <Paragraphs>19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Microsoft Office User</cp:lastModifiedBy>
  <cp:revision>52</cp:revision>
  <cp:lastPrinted>2018-11-08T20:47:59Z</cp:lastPrinted>
  <dcterms:created xsi:type="dcterms:W3CDTF">2010-04-12T23:12:02Z</dcterms:created>
  <dcterms:modified xsi:type="dcterms:W3CDTF">2018-11-11T14:51:43Z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